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AD4BF4-288C-F828-C714-7C0DEE268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682E104-8E8C-E837-5E23-09D66A2E8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D9FBC37-8534-10FA-0E06-A5E534B5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A241-9544-46C4-969A-AD7EED22489F}" type="datetimeFigureOut">
              <a:rPr lang="hu-HU" smtClean="0"/>
              <a:t>2025. 11. 24.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947396E-4C55-9AF6-D412-3CE44101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2B27E59-F1DA-D74A-F377-0812D4AF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256D-5894-417E-A926-D89C3B7F7C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8555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DC348E-E02F-2F21-10FD-711252C3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C9CC060-183D-BA7E-0F06-CBCECC362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3A42D43-5FAD-CAD5-4D41-E7B8DA70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A241-9544-46C4-969A-AD7EED22489F}" type="datetimeFigureOut">
              <a:rPr lang="hu-HU" smtClean="0"/>
              <a:t>2025. 11. 24.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EF2CC3A-B163-1575-9F29-4CFCB55F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63B095A-88B5-93E9-A6FA-816E1CC0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256D-5894-417E-A926-D89C3B7F7C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6217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C6E330-A1C1-B9A9-BE7E-7B2F1129D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6A839ED-6D6F-4083-2D8F-4CB3B426E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7518298-BF3B-2DC9-A141-C4C542BE0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A241-9544-46C4-969A-AD7EED22489F}" type="datetimeFigureOut">
              <a:rPr lang="hu-HU" smtClean="0"/>
              <a:t>2025. 11. 24.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CC6A6AF-D1FE-91BC-D78D-E41A3994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7796C7-86D2-BA89-8B1E-01311BA1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256D-5894-417E-A926-D89C3B7F7C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4382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BFFD0D-BD11-1FB3-06FB-9DD13C76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97EAB8-DE0E-0AB5-1D63-12908BC17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B528D95-76EA-C9BF-C53B-5BA768A41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B2BD298-D500-B157-1472-D01AFB00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A241-9544-46C4-969A-AD7EED22489F}" type="datetimeFigureOut">
              <a:rPr lang="hu-HU" smtClean="0"/>
              <a:t>2025. 11. 24.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33E171A-27B2-3867-4650-334A59BC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BBF279D-292C-B3DD-A732-AEF9D9BB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256D-5894-417E-A926-D89C3B7F7C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57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2C5971-6107-45F1-D5BF-6CE5F081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52305A8-2E9B-65E8-CCCF-91560F497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C07A0DA-BB4D-61CD-B2D8-9594B81C2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66D88E7-74F3-0980-280D-EADDF6CE4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31A198D-B19B-213F-1FEB-4F365042B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535387D-C739-D8BA-652C-58CB9881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A241-9544-46C4-969A-AD7EED22489F}" type="datetimeFigureOut">
              <a:rPr lang="hu-HU" smtClean="0"/>
              <a:t>2025. 11. 24.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3CDBA19-EACD-77BC-F237-6A220CED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0663F269-E6D9-B393-A43B-FC7268F4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256D-5894-417E-A926-D89C3B7F7C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470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A4C206-211F-F8F4-0F9D-3290FEC5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C04455F-F494-476D-629F-A22732D76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A241-9544-46C4-969A-AD7EED22489F}" type="datetimeFigureOut">
              <a:rPr lang="hu-HU" smtClean="0"/>
              <a:t>2025. 11. 24.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6A482443-088C-BB60-6D7E-B53C3345F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9883527-69C6-2DAB-810E-2B0D00131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256D-5894-417E-A926-D89C3B7F7C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237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C0C5B5E-653D-A37E-A462-AA1503A98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A241-9544-46C4-969A-AD7EED22489F}" type="datetimeFigureOut">
              <a:rPr lang="hu-HU" smtClean="0"/>
              <a:t>2025. 11. 24.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1EE81CA-5893-6048-B21E-7C28CDB7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86478E8-7194-046F-CD72-EF7829DA5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256D-5894-417E-A926-D89C3B7F7C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80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922DD5B-BF06-598C-7064-83100A06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AEC7D5-2C83-C18F-C5CE-48CBC9ED1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45632B8-A497-3D81-6EEC-11F65CA68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6584A84-323D-4E39-46F2-087E7B16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A241-9544-46C4-969A-AD7EED22489F}" type="datetimeFigureOut">
              <a:rPr lang="hu-HU" smtClean="0"/>
              <a:t>2025. 11. 24.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6C005C6-A688-C197-F6FF-91EB74F6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3F4838D-85A2-E7F3-6A59-1E9433DA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256D-5894-417E-A926-D89C3B7F7C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4077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CCD366-E1EF-3977-5788-82C4B9E43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2840B35-094B-26FD-C3A0-E93A23DBF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DDC3F50-6A68-8731-F6B2-C4425A737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76EEBC8-55E5-63E3-45B2-2D1551077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A241-9544-46C4-969A-AD7EED22489F}" type="datetimeFigureOut">
              <a:rPr lang="hu-HU" smtClean="0"/>
              <a:t>2025. 11. 24.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9E6BF61-0184-311F-23E2-C0107688C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92DCEC6-B459-6248-C869-F40F168F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256D-5894-417E-A926-D89C3B7F7C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4845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35320B-5D41-4232-91DA-E08256E7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95C309D-C391-0A00-2246-332AB788A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1FB1D42-E1C1-0F1B-4098-CF211CDD3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A241-9544-46C4-969A-AD7EED22489F}" type="datetimeFigureOut">
              <a:rPr lang="hu-HU" smtClean="0"/>
              <a:t>2025. 11. 24.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667F585-38BE-54F9-B9AF-A54041A4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05BC143-C514-EBFC-E584-6C09045C9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256D-5894-417E-A926-D89C3B7F7C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67649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B0448612-7193-49F1-AF30-749899E72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0D26312-AA2D-5F35-0A21-F8390184F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BF0A2FD-5196-6891-1039-CAA44633B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A241-9544-46C4-969A-AD7EED22489F}" type="datetimeFigureOut">
              <a:rPr lang="hu-HU" smtClean="0"/>
              <a:t>2025. 11. 24.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5B2C34C-BFCA-E030-6B97-EA63F8068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9A285FB-8465-BC95-6F28-03653E5A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256D-5894-417E-A926-D89C3B7F7C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6193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A376BE94-93B8-E958-80D5-861826A7F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6380990-8AA5-604E-7B07-534FCF016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57E4F17-770D-CD8E-9442-7B821A722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6A241-9544-46C4-969A-AD7EED22489F}" type="datetimeFigureOut">
              <a:rPr lang="hu-HU" smtClean="0"/>
              <a:t>2025. 11. 24.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2CF0E80-2DC5-997E-3AA1-ABE0D80EB0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47E78AB-72E1-D1D5-7478-0E683AAA3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2256D-5894-417E-A926-D89C3B7F7C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375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.svg"/><Relationship Id="rId5" Type="http://schemas.openxmlformats.org/officeDocument/2006/relationships/image" Target="../media/image6.svg"/><Relationship Id="rId15" Type="http://schemas.openxmlformats.org/officeDocument/2006/relationships/image" Target="../media/image14.sv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4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2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mailto:janos.meleg@gmail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37A109-E2E5-A1E3-A8F5-2BE5E47D4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Látvány terv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1157532-C910-9176-361B-EB3BE66067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9734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79E13880-CC8E-7C58-4DC2-FE7D57447BCF}"/>
              </a:ext>
            </a:extLst>
          </p:cNvPr>
          <p:cNvSpPr txBox="1"/>
          <p:nvPr/>
        </p:nvSpPr>
        <p:spPr>
          <a:xfrm>
            <a:off x="521109" y="806245"/>
            <a:ext cx="202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Bejelentkezo</a:t>
            </a:r>
            <a:r>
              <a:rPr lang="hu-HU" dirty="0"/>
              <a:t> </a:t>
            </a:r>
            <a:r>
              <a:rPr lang="hu-HU" dirty="0" err="1"/>
              <a:t>felulet</a:t>
            </a:r>
            <a:endParaRPr lang="hu-HU" dirty="0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580C4D0D-6E88-DAF3-9A6A-3E06AEBD1575}"/>
              </a:ext>
            </a:extLst>
          </p:cNvPr>
          <p:cNvSpPr/>
          <p:nvPr/>
        </p:nvSpPr>
        <p:spPr>
          <a:xfrm>
            <a:off x="3785419" y="1329813"/>
            <a:ext cx="4306529" cy="4739148"/>
          </a:xfrm>
          <a:prstGeom prst="roundRect">
            <a:avLst>
              <a:gd name="adj" fmla="val 616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354045E3-64F7-57A9-1E97-FED3EED1E7EF}"/>
              </a:ext>
            </a:extLst>
          </p:cNvPr>
          <p:cNvSpPr/>
          <p:nvPr/>
        </p:nvSpPr>
        <p:spPr>
          <a:xfrm>
            <a:off x="4127649" y="1681316"/>
            <a:ext cx="1715729" cy="511278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tx1"/>
                </a:solidFill>
              </a:rPr>
              <a:t>bejelentkezes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4CD4E404-D0EA-3BE1-2D4D-0BC8A5DAFD48}"/>
              </a:ext>
            </a:extLst>
          </p:cNvPr>
          <p:cNvSpPr/>
          <p:nvPr/>
        </p:nvSpPr>
        <p:spPr>
          <a:xfrm>
            <a:off x="6089968" y="1681316"/>
            <a:ext cx="1758074" cy="511278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tx1"/>
                </a:solidFill>
              </a:rPr>
              <a:t>regisztracio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9322CEB4-B350-5003-2562-60800B8282A2}"/>
              </a:ext>
            </a:extLst>
          </p:cNvPr>
          <p:cNvSpPr txBox="1"/>
          <p:nvPr/>
        </p:nvSpPr>
        <p:spPr>
          <a:xfrm>
            <a:off x="5257197" y="2273398"/>
            <a:ext cx="146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Bejelentkezes</a:t>
            </a:r>
            <a:endParaRPr lang="hu-HU" dirty="0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352F8487-2649-91DB-AE8D-6AD20DC3516F}"/>
              </a:ext>
            </a:extLst>
          </p:cNvPr>
          <p:cNvSpPr/>
          <p:nvPr/>
        </p:nvSpPr>
        <p:spPr>
          <a:xfrm>
            <a:off x="4127649" y="2969653"/>
            <a:ext cx="3720392" cy="45013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>
                <a:solidFill>
                  <a:schemeClr val="tx1"/>
                </a:solidFill>
              </a:rPr>
              <a:t>        email</a:t>
            </a:r>
          </a:p>
        </p:txBody>
      </p:sp>
      <p:pic>
        <p:nvPicPr>
          <p:cNvPr id="15" name="Ábra 14" descr="Boríték egyszínű kitöltéssel">
            <a:extLst>
              <a:ext uri="{FF2B5EF4-FFF2-40B4-BE49-F238E27FC236}">
                <a16:creationId xmlns:a16="http://schemas.microsoft.com/office/drawing/2014/main" id="{F00A0801-2FF2-C80A-8944-457F3FC67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5468" y="3008063"/>
            <a:ext cx="373315" cy="373315"/>
          </a:xfrm>
          <a:prstGeom prst="rect">
            <a:avLst/>
          </a:prstGeom>
        </p:spPr>
      </p:pic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551321DC-E99D-4045-7BBC-807A4928E8A6}"/>
              </a:ext>
            </a:extLst>
          </p:cNvPr>
          <p:cNvSpPr/>
          <p:nvPr/>
        </p:nvSpPr>
        <p:spPr>
          <a:xfrm>
            <a:off x="4140382" y="3680641"/>
            <a:ext cx="3720392" cy="45013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>
                <a:solidFill>
                  <a:schemeClr val="tx1"/>
                </a:solidFill>
              </a:rPr>
              <a:t>        </a:t>
            </a:r>
            <a:r>
              <a:rPr lang="hu-HU" dirty="0" err="1">
                <a:solidFill>
                  <a:schemeClr val="tx1"/>
                </a:solidFill>
              </a:rPr>
              <a:t>jelszo</a:t>
            </a:r>
            <a:endParaRPr lang="hu-HU" dirty="0">
              <a:solidFill>
                <a:schemeClr val="tx1"/>
              </a:solidFill>
            </a:endParaRPr>
          </a:p>
        </p:txBody>
      </p:sp>
      <p:pic>
        <p:nvPicPr>
          <p:cNvPr id="20" name="Ábra 19" descr="Szem egyszínű kitöltéssel">
            <a:extLst>
              <a:ext uri="{FF2B5EF4-FFF2-40B4-BE49-F238E27FC236}">
                <a16:creationId xmlns:a16="http://schemas.microsoft.com/office/drawing/2014/main" id="{E7AA3D9B-0E2F-C769-432A-C25E22D311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6757" y="3729852"/>
            <a:ext cx="376258" cy="376258"/>
          </a:xfrm>
          <a:prstGeom prst="rect">
            <a:avLst/>
          </a:prstGeom>
        </p:spPr>
      </p:pic>
      <p:pic>
        <p:nvPicPr>
          <p:cNvPr id="22" name="Ábra 21" descr="Zár egyszínű kitöltéssel">
            <a:extLst>
              <a:ext uri="{FF2B5EF4-FFF2-40B4-BE49-F238E27FC236}">
                <a16:creationId xmlns:a16="http://schemas.microsoft.com/office/drawing/2014/main" id="{16947392-400A-334E-DCFD-505B923801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88141" y="3734797"/>
            <a:ext cx="376258" cy="376258"/>
          </a:xfrm>
          <a:prstGeom prst="rect">
            <a:avLst/>
          </a:prstGeom>
        </p:spPr>
      </p:pic>
      <p:sp>
        <p:nvSpPr>
          <p:cNvPr id="23" name="Téglalap: lekerekített 22">
            <a:extLst>
              <a:ext uri="{FF2B5EF4-FFF2-40B4-BE49-F238E27FC236}">
                <a16:creationId xmlns:a16="http://schemas.microsoft.com/office/drawing/2014/main" id="{93470D92-FF23-69B2-B47D-21CA788CB03C}"/>
              </a:ext>
            </a:extLst>
          </p:cNvPr>
          <p:cNvSpPr/>
          <p:nvPr/>
        </p:nvSpPr>
        <p:spPr>
          <a:xfrm>
            <a:off x="4140382" y="4457700"/>
            <a:ext cx="3720392" cy="511278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tx1"/>
                </a:solidFill>
              </a:rPr>
              <a:t>bejelentkezes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44618265-ED3D-1B41-E612-C7239189EFAE}"/>
              </a:ext>
            </a:extLst>
          </p:cNvPr>
          <p:cNvSpPr txBox="1"/>
          <p:nvPr/>
        </p:nvSpPr>
        <p:spPr>
          <a:xfrm>
            <a:off x="4156542" y="4992018"/>
            <a:ext cx="2303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Elfelejtettem a </a:t>
            </a:r>
            <a:r>
              <a:rPr lang="hu-HU" sz="1400" dirty="0" err="1"/>
              <a:t>jelszot</a:t>
            </a:r>
            <a:endParaRPr lang="hu-HU" sz="1400" dirty="0"/>
          </a:p>
        </p:txBody>
      </p:sp>
    </p:spTree>
    <p:extLst>
      <p:ext uri="{BB962C8B-B14F-4D97-AF65-F5344CB8AC3E}">
        <p14:creationId xmlns:p14="http://schemas.microsoft.com/office/powerpoint/2010/main" val="1478688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385EEE68-1752-CD27-2D50-D47B479885AF}"/>
              </a:ext>
            </a:extLst>
          </p:cNvPr>
          <p:cNvSpPr txBox="1"/>
          <p:nvPr/>
        </p:nvSpPr>
        <p:spPr>
          <a:xfrm>
            <a:off x="383458" y="393290"/>
            <a:ext cx="2039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Regisztracios</a:t>
            </a:r>
            <a:r>
              <a:rPr lang="hu-HU" dirty="0"/>
              <a:t> </a:t>
            </a:r>
            <a:r>
              <a:rPr lang="hu-HU" dirty="0" err="1"/>
              <a:t>felulet</a:t>
            </a:r>
            <a:endParaRPr lang="hu-HU" dirty="0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16D04C99-086F-C4BD-44F5-1307E2C3AA47}"/>
              </a:ext>
            </a:extLst>
          </p:cNvPr>
          <p:cNvSpPr/>
          <p:nvPr/>
        </p:nvSpPr>
        <p:spPr>
          <a:xfrm>
            <a:off x="3726426" y="275303"/>
            <a:ext cx="4672558" cy="6489291"/>
          </a:xfrm>
          <a:prstGeom prst="roundRect">
            <a:avLst>
              <a:gd name="adj" fmla="val 692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48B1825E-3000-D9DC-9E9A-CA508E9B32AE}"/>
              </a:ext>
            </a:extLst>
          </p:cNvPr>
          <p:cNvSpPr/>
          <p:nvPr/>
        </p:nvSpPr>
        <p:spPr>
          <a:xfrm>
            <a:off x="4118935" y="577956"/>
            <a:ext cx="1809135" cy="511278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tx1"/>
                </a:solidFill>
              </a:rPr>
              <a:t>bejelentkezes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3B01963F-0A1E-290D-B952-9A20F57AD031}"/>
              </a:ext>
            </a:extLst>
          </p:cNvPr>
          <p:cNvSpPr/>
          <p:nvPr/>
        </p:nvSpPr>
        <p:spPr>
          <a:xfrm>
            <a:off x="6190524" y="577956"/>
            <a:ext cx="1822649" cy="511278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tx1"/>
                </a:solidFill>
              </a:rPr>
              <a:t>regisztracio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7A5E995-B885-3EF1-BA05-DA9433A05359}"/>
              </a:ext>
            </a:extLst>
          </p:cNvPr>
          <p:cNvSpPr txBox="1"/>
          <p:nvPr/>
        </p:nvSpPr>
        <p:spPr>
          <a:xfrm>
            <a:off x="5262246" y="1223741"/>
            <a:ext cx="1667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Regisztracio</a:t>
            </a:r>
            <a:endParaRPr lang="hu-HU" sz="2400" dirty="0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5DE7FEE4-0D68-DDF3-055D-5865354D2AFE}"/>
              </a:ext>
            </a:extLst>
          </p:cNvPr>
          <p:cNvSpPr/>
          <p:nvPr/>
        </p:nvSpPr>
        <p:spPr>
          <a:xfrm>
            <a:off x="4118935" y="1804861"/>
            <a:ext cx="3894239" cy="45013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>
                <a:solidFill>
                  <a:schemeClr val="tx1"/>
                </a:solidFill>
              </a:rPr>
              <a:t>        email</a:t>
            </a: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C5AE1C14-D86C-7BE5-C5A3-8C41F8D8C9BB}"/>
              </a:ext>
            </a:extLst>
          </p:cNvPr>
          <p:cNvSpPr/>
          <p:nvPr/>
        </p:nvSpPr>
        <p:spPr>
          <a:xfrm>
            <a:off x="4118935" y="2449020"/>
            <a:ext cx="3894239" cy="45013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>
                <a:solidFill>
                  <a:schemeClr val="tx1"/>
                </a:solidFill>
              </a:rPr>
              <a:t>        </a:t>
            </a:r>
            <a:r>
              <a:rPr lang="hu-HU" dirty="0" err="1">
                <a:solidFill>
                  <a:schemeClr val="tx1"/>
                </a:solidFill>
              </a:rPr>
              <a:t>jelszo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FE0F611D-228E-BFDC-3904-1904FD397611}"/>
              </a:ext>
            </a:extLst>
          </p:cNvPr>
          <p:cNvSpPr/>
          <p:nvPr/>
        </p:nvSpPr>
        <p:spPr>
          <a:xfrm>
            <a:off x="4093689" y="3032605"/>
            <a:ext cx="3894239" cy="45013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>
                <a:solidFill>
                  <a:schemeClr val="tx1"/>
                </a:solidFill>
              </a:rPr>
              <a:t>        </a:t>
            </a:r>
            <a:r>
              <a:rPr lang="hu-HU" dirty="0" err="1">
                <a:solidFill>
                  <a:schemeClr val="tx1"/>
                </a:solidFill>
              </a:rPr>
              <a:t>nev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7E9A170F-1366-F0B2-5ED3-26699C02AF00}"/>
              </a:ext>
            </a:extLst>
          </p:cNvPr>
          <p:cNvSpPr/>
          <p:nvPr/>
        </p:nvSpPr>
        <p:spPr>
          <a:xfrm>
            <a:off x="4130618" y="3658387"/>
            <a:ext cx="3894239" cy="45013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>
                <a:solidFill>
                  <a:schemeClr val="tx1"/>
                </a:solidFill>
              </a:rPr>
              <a:t>        </a:t>
            </a:r>
            <a:r>
              <a:rPr lang="hu-HU" dirty="0" err="1">
                <a:solidFill>
                  <a:schemeClr val="tx1"/>
                </a:solidFill>
              </a:rPr>
              <a:t>om</a:t>
            </a:r>
            <a:r>
              <a:rPr lang="hu-HU" dirty="0">
                <a:solidFill>
                  <a:schemeClr val="tx1"/>
                </a:solidFill>
              </a:rPr>
              <a:t> </a:t>
            </a:r>
            <a:r>
              <a:rPr lang="hu-HU" dirty="0" err="1">
                <a:solidFill>
                  <a:schemeClr val="tx1"/>
                </a:solidFill>
              </a:rPr>
              <a:t>azonosito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FBD37EF5-FC66-1928-B1E3-058E262E270A}"/>
              </a:ext>
            </a:extLst>
          </p:cNvPr>
          <p:cNvSpPr/>
          <p:nvPr/>
        </p:nvSpPr>
        <p:spPr>
          <a:xfrm>
            <a:off x="4118935" y="4260264"/>
            <a:ext cx="3894239" cy="45013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>
                <a:solidFill>
                  <a:schemeClr val="tx1"/>
                </a:solidFill>
              </a:rPr>
              <a:t>        kor</a:t>
            </a:r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A9CD344C-3D16-6F75-4F4A-DE99C84F5278}"/>
              </a:ext>
            </a:extLst>
          </p:cNvPr>
          <p:cNvSpPr/>
          <p:nvPr/>
        </p:nvSpPr>
        <p:spPr>
          <a:xfrm>
            <a:off x="4118935" y="4844907"/>
            <a:ext cx="3894239" cy="45013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>
                <a:solidFill>
                  <a:schemeClr val="tx1"/>
                </a:solidFill>
              </a:rPr>
              <a:t>        neme</a:t>
            </a:r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9D2CCE6E-82F5-23F7-73BD-9EE0E6FD579B}"/>
              </a:ext>
            </a:extLst>
          </p:cNvPr>
          <p:cNvSpPr/>
          <p:nvPr/>
        </p:nvSpPr>
        <p:spPr>
          <a:xfrm>
            <a:off x="4118935" y="5429550"/>
            <a:ext cx="3868993" cy="45013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>
                <a:solidFill>
                  <a:schemeClr val="tx1"/>
                </a:solidFill>
              </a:rPr>
              <a:t>        iskola</a:t>
            </a:r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F5A5512A-8CD9-ED4F-6A30-35FF67664947}"/>
              </a:ext>
            </a:extLst>
          </p:cNvPr>
          <p:cNvSpPr/>
          <p:nvPr/>
        </p:nvSpPr>
        <p:spPr>
          <a:xfrm>
            <a:off x="4118935" y="6014193"/>
            <a:ext cx="3894238" cy="511278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tx1"/>
                </a:solidFill>
              </a:rPr>
              <a:t>regisztracio</a:t>
            </a:r>
            <a:endParaRPr lang="hu-HU" dirty="0">
              <a:solidFill>
                <a:schemeClr val="tx1"/>
              </a:solidFill>
            </a:endParaRPr>
          </a:p>
        </p:txBody>
      </p:sp>
      <p:pic>
        <p:nvPicPr>
          <p:cNvPr id="18" name="Ábra 17" descr="Boríték egyszínű kitöltéssel">
            <a:extLst>
              <a:ext uri="{FF2B5EF4-FFF2-40B4-BE49-F238E27FC236}">
                <a16:creationId xmlns:a16="http://schemas.microsoft.com/office/drawing/2014/main" id="{6ED2C154-8D28-3F53-E310-68124913F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5460" y="1879571"/>
            <a:ext cx="309265" cy="309265"/>
          </a:xfrm>
          <a:prstGeom prst="rect">
            <a:avLst/>
          </a:prstGeom>
        </p:spPr>
      </p:pic>
      <p:pic>
        <p:nvPicPr>
          <p:cNvPr id="20" name="Ábra 19" descr="Zár egyszínű kitöltéssel">
            <a:extLst>
              <a:ext uri="{FF2B5EF4-FFF2-40B4-BE49-F238E27FC236}">
                <a16:creationId xmlns:a16="http://schemas.microsoft.com/office/drawing/2014/main" id="{EA36CE02-1803-EAFF-35F8-B3C703B8A6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5460" y="2492624"/>
            <a:ext cx="344390" cy="344390"/>
          </a:xfrm>
          <a:prstGeom prst="rect">
            <a:avLst/>
          </a:prstGeom>
        </p:spPr>
      </p:pic>
      <p:pic>
        <p:nvPicPr>
          <p:cNvPr id="22" name="Ábra 21" descr="Férfi pálcával egyszínű kitöltéssel">
            <a:extLst>
              <a:ext uri="{FF2B5EF4-FFF2-40B4-BE49-F238E27FC236}">
                <a16:creationId xmlns:a16="http://schemas.microsoft.com/office/drawing/2014/main" id="{6BEC42A5-8013-E535-7440-3F2582084C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75460" y="4273196"/>
            <a:ext cx="379885" cy="379885"/>
          </a:xfrm>
          <a:prstGeom prst="rect">
            <a:avLst/>
          </a:prstGeom>
        </p:spPr>
      </p:pic>
      <p:pic>
        <p:nvPicPr>
          <p:cNvPr id="24" name="Ábra 23" descr="Iskola egyszínű kitöltéssel">
            <a:extLst>
              <a:ext uri="{FF2B5EF4-FFF2-40B4-BE49-F238E27FC236}">
                <a16:creationId xmlns:a16="http://schemas.microsoft.com/office/drawing/2014/main" id="{FB6B0337-3EC1-59EF-BBB3-07999D3D4C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40335" y="5413013"/>
            <a:ext cx="450136" cy="450136"/>
          </a:xfrm>
          <a:prstGeom prst="rect">
            <a:avLst/>
          </a:prstGeom>
        </p:spPr>
      </p:pic>
      <p:pic>
        <p:nvPicPr>
          <p:cNvPr id="25" name="Ábra 24" descr="Szem egyszínű kitöltéssel">
            <a:extLst>
              <a:ext uri="{FF2B5EF4-FFF2-40B4-BE49-F238E27FC236}">
                <a16:creationId xmlns:a16="http://schemas.microsoft.com/office/drawing/2014/main" id="{93E2E7E4-1BC4-55F0-C65E-AF5A68034F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84241" y="2488321"/>
            <a:ext cx="376258" cy="376258"/>
          </a:xfrm>
          <a:prstGeom prst="rect">
            <a:avLst/>
          </a:prstGeom>
        </p:spPr>
      </p:pic>
      <p:pic>
        <p:nvPicPr>
          <p:cNvPr id="27" name="Ábra 26" descr="Férfi és nő egyszínű kitöltéssel">
            <a:extLst>
              <a:ext uri="{FF2B5EF4-FFF2-40B4-BE49-F238E27FC236}">
                <a16:creationId xmlns:a16="http://schemas.microsoft.com/office/drawing/2014/main" id="{1C45DA53-6347-96FE-55B4-AF00F0F43B6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40335" y="4899438"/>
            <a:ext cx="388541" cy="388541"/>
          </a:xfrm>
          <a:prstGeom prst="rect">
            <a:avLst/>
          </a:prstGeom>
        </p:spPr>
      </p:pic>
      <p:pic>
        <p:nvPicPr>
          <p:cNvPr id="29" name="Ábra 28" descr="Felhasználó egyszínű kitöltéssel">
            <a:extLst>
              <a:ext uri="{FF2B5EF4-FFF2-40B4-BE49-F238E27FC236}">
                <a16:creationId xmlns:a16="http://schemas.microsoft.com/office/drawing/2014/main" id="{A0F409D0-36AE-B081-2A9A-2A6CA8CDB3A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53384" y="3063402"/>
            <a:ext cx="388541" cy="388541"/>
          </a:xfrm>
          <a:prstGeom prst="rect">
            <a:avLst/>
          </a:prstGeom>
        </p:spPr>
      </p:pic>
      <p:pic>
        <p:nvPicPr>
          <p:cNvPr id="30" name="Ábra 29" descr="Felhasználó egyszínű kitöltéssel">
            <a:extLst>
              <a:ext uri="{FF2B5EF4-FFF2-40B4-BE49-F238E27FC236}">
                <a16:creationId xmlns:a16="http://schemas.microsoft.com/office/drawing/2014/main" id="{84F14DB3-01C4-F6DE-C4BE-2599780F5E4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66804" y="3676679"/>
            <a:ext cx="388541" cy="38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0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F66265FF-9A8B-B07F-278C-9759D676E171}"/>
              </a:ext>
            </a:extLst>
          </p:cNvPr>
          <p:cNvSpPr txBox="1"/>
          <p:nvPr/>
        </p:nvSpPr>
        <p:spPr>
          <a:xfrm>
            <a:off x="776748" y="314632"/>
            <a:ext cx="1907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Jelszo</a:t>
            </a:r>
            <a:r>
              <a:rPr lang="hu-HU" dirty="0"/>
              <a:t> </a:t>
            </a:r>
            <a:r>
              <a:rPr lang="hu-HU" dirty="0" err="1"/>
              <a:t>ujjito</a:t>
            </a:r>
            <a:r>
              <a:rPr lang="hu-HU" dirty="0"/>
              <a:t> </a:t>
            </a:r>
            <a:r>
              <a:rPr lang="hu-HU" dirty="0" err="1"/>
              <a:t>felulet</a:t>
            </a:r>
            <a:endParaRPr lang="hu-HU" dirty="0"/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915AA2E1-2DA0-134D-ABED-E50B20A52850}"/>
              </a:ext>
            </a:extLst>
          </p:cNvPr>
          <p:cNvSpPr/>
          <p:nvPr/>
        </p:nvSpPr>
        <p:spPr>
          <a:xfrm>
            <a:off x="3755921" y="2183531"/>
            <a:ext cx="4306529" cy="3597837"/>
          </a:xfrm>
          <a:prstGeom prst="roundRect">
            <a:avLst>
              <a:gd name="adj" fmla="val 6165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A26B5E5-BECE-ABF9-1599-188446ED14B5}"/>
              </a:ext>
            </a:extLst>
          </p:cNvPr>
          <p:cNvSpPr txBox="1"/>
          <p:nvPr/>
        </p:nvSpPr>
        <p:spPr>
          <a:xfrm>
            <a:off x="4642210" y="2519724"/>
            <a:ext cx="2337307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hu-HU" sz="2400" dirty="0" err="1"/>
              <a:t>Jelszo</a:t>
            </a:r>
            <a:r>
              <a:rPr lang="hu-HU" sz="2400" dirty="0"/>
              <a:t> </a:t>
            </a:r>
            <a:r>
              <a:rPr lang="hu-HU" sz="2400" dirty="0" err="1"/>
              <a:t>visszaalitas</a:t>
            </a:r>
            <a:endParaRPr lang="hu-HU" sz="2400" dirty="0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DFD05A27-938A-6E47-0735-29B75F3B57E6}"/>
              </a:ext>
            </a:extLst>
          </p:cNvPr>
          <p:cNvSpPr/>
          <p:nvPr/>
        </p:nvSpPr>
        <p:spPr>
          <a:xfrm>
            <a:off x="4048991" y="3451582"/>
            <a:ext cx="3720392" cy="4501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>
                <a:solidFill>
                  <a:schemeClr val="tx1"/>
                </a:solidFill>
              </a:rPr>
              <a:t>        email</a:t>
            </a:r>
          </a:p>
        </p:txBody>
      </p:sp>
      <p:pic>
        <p:nvPicPr>
          <p:cNvPr id="8" name="Ábra 7" descr="Boríték egyszínű kitöltéssel">
            <a:extLst>
              <a:ext uri="{FF2B5EF4-FFF2-40B4-BE49-F238E27FC236}">
                <a16:creationId xmlns:a16="http://schemas.microsoft.com/office/drawing/2014/main" id="{1982B5E3-70FE-847F-8020-A79D642CA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6810" y="3499676"/>
            <a:ext cx="373315" cy="3733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49209905-FD7F-DDA6-673E-43FDBF181E1F}"/>
              </a:ext>
            </a:extLst>
          </p:cNvPr>
          <p:cNvSpPr/>
          <p:nvPr/>
        </p:nvSpPr>
        <p:spPr>
          <a:xfrm>
            <a:off x="4048991" y="4227100"/>
            <a:ext cx="3720392" cy="51127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tx1"/>
                </a:solidFill>
              </a:rPr>
              <a:t>kuldes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F94FEE83-0A6E-57CF-5F9E-64C45F592E14}"/>
              </a:ext>
            </a:extLst>
          </p:cNvPr>
          <p:cNvSpPr txBox="1"/>
          <p:nvPr/>
        </p:nvSpPr>
        <p:spPr>
          <a:xfrm>
            <a:off x="4048991" y="4738378"/>
            <a:ext cx="230325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hu-HU" sz="1400" dirty="0"/>
              <a:t>Van mar fiokom</a:t>
            </a:r>
          </a:p>
        </p:txBody>
      </p:sp>
    </p:spTree>
    <p:extLst>
      <p:ext uri="{BB962C8B-B14F-4D97-AF65-F5344CB8AC3E}">
        <p14:creationId xmlns:p14="http://schemas.microsoft.com/office/powerpoint/2010/main" val="3069810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C18C08A7-9EF5-FCF5-1957-C597E935148D}"/>
              </a:ext>
            </a:extLst>
          </p:cNvPr>
          <p:cNvSpPr txBox="1"/>
          <p:nvPr/>
        </p:nvSpPr>
        <p:spPr>
          <a:xfrm>
            <a:off x="688258" y="442452"/>
            <a:ext cx="1521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Fooldal</a:t>
            </a:r>
            <a:r>
              <a:rPr lang="hu-HU" dirty="0"/>
              <a:t> </a:t>
            </a:r>
            <a:r>
              <a:rPr lang="hu-HU" dirty="0" err="1"/>
              <a:t>felulet</a:t>
            </a:r>
            <a:endParaRPr lang="hu-HU" dirty="0"/>
          </a:p>
        </p:txBody>
      </p:sp>
      <p:sp>
        <p:nvSpPr>
          <p:cNvPr id="26" name="Téglalap: lekerekített 25">
            <a:extLst>
              <a:ext uri="{FF2B5EF4-FFF2-40B4-BE49-F238E27FC236}">
                <a16:creationId xmlns:a16="http://schemas.microsoft.com/office/drawing/2014/main" id="{3DE475AB-ABA5-21DF-020E-24D3DC0E698B}"/>
              </a:ext>
            </a:extLst>
          </p:cNvPr>
          <p:cNvSpPr/>
          <p:nvPr/>
        </p:nvSpPr>
        <p:spPr>
          <a:xfrm>
            <a:off x="1958586" y="2502800"/>
            <a:ext cx="2133600" cy="17304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15DCE88D-9170-235A-01FC-7312BD1FA7B0}"/>
              </a:ext>
            </a:extLst>
          </p:cNvPr>
          <p:cNvSpPr/>
          <p:nvPr/>
        </p:nvSpPr>
        <p:spPr>
          <a:xfrm>
            <a:off x="4939555" y="2502800"/>
            <a:ext cx="2133600" cy="17304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9" name="Téglalap: lekerekített 28">
            <a:extLst>
              <a:ext uri="{FF2B5EF4-FFF2-40B4-BE49-F238E27FC236}">
                <a16:creationId xmlns:a16="http://schemas.microsoft.com/office/drawing/2014/main" id="{41E26C0D-8007-9100-8949-827164B2AB27}"/>
              </a:ext>
            </a:extLst>
          </p:cNvPr>
          <p:cNvSpPr/>
          <p:nvPr/>
        </p:nvSpPr>
        <p:spPr>
          <a:xfrm>
            <a:off x="7853026" y="2563761"/>
            <a:ext cx="2133600" cy="17304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37536C32-F81B-72F1-60D0-EDAD990FEA9F}"/>
              </a:ext>
            </a:extLst>
          </p:cNvPr>
          <p:cNvSpPr txBox="1"/>
          <p:nvPr/>
        </p:nvSpPr>
        <p:spPr>
          <a:xfrm>
            <a:off x="2525416" y="3720838"/>
            <a:ext cx="142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cseveges</a:t>
            </a:r>
            <a:endParaRPr lang="hu-HU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A1CE62B4-759A-1CB0-341D-2C727343D9B8}"/>
              </a:ext>
            </a:extLst>
          </p:cNvPr>
          <p:cNvSpPr txBox="1"/>
          <p:nvPr/>
        </p:nvSpPr>
        <p:spPr>
          <a:xfrm>
            <a:off x="5518349" y="3720838"/>
            <a:ext cx="1521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ujjitasok</a:t>
            </a:r>
            <a:endParaRPr lang="hu-HU" dirty="0"/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798841E6-C2EA-F76B-4883-B4D542C42DAA}"/>
              </a:ext>
            </a:extLst>
          </p:cNvPr>
          <p:cNvSpPr txBox="1"/>
          <p:nvPr/>
        </p:nvSpPr>
        <p:spPr>
          <a:xfrm>
            <a:off x="8579284" y="3815718"/>
            <a:ext cx="681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profil</a:t>
            </a:r>
          </a:p>
        </p:txBody>
      </p:sp>
      <p:pic>
        <p:nvPicPr>
          <p:cNvPr id="34" name="Ábra 33" descr="Csevegésbuborék egyszínű kitöltéssel">
            <a:extLst>
              <a:ext uri="{FF2B5EF4-FFF2-40B4-BE49-F238E27FC236}">
                <a16:creationId xmlns:a16="http://schemas.microsoft.com/office/drawing/2014/main" id="{EDBB13D4-9F20-7B0F-F957-FB31257DB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1935" y="2806438"/>
            <a:ext cx="914400" cy="914400"/>
          </a:xfrm>
          <a:prstGeom prst="rect">
            <a:avLst/>
          </a:prstGeom>
        </p:spPr>
      </p:pic>
      <p:pic>
        <p:nvPicPr>
          <p:cNvPr id="36" name="Ábra 35" descr="Villanykörte és fogaskerék egyszínű kitöltéssel">
            <a:extLst>
              <a:ext uri="{FF2B5EF4-FFF2-40B4-BE49-F238E27FC236}">
                <a16:creationId xmlns:a16="http://schemas.microsoft.com/office/drawing/2014/main" id="{7ED2B4C5-B958-D6E2-2D20-D19C9B5288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9155" y="2790124"/>
            <a:ext cx="914400" cy="914400"/>
          </a:xfrm>
          <a:prstGeom prst="rect">
            <a:avLst/>
          </a:prstGeom>
        </p:spPr>
      </p:pic>
      <p:pic>
        <p:nvPicPr>
          <p:cNvPr id="38" name="Ábra 37" descr="Felhasználó egyszínű kitöltéssel">
            <a:extLst>
              <a:ext uri="{FF2B5EF4-FFF2-40B4-BE49-F238E27FC236}">
                <a16:creationId xmlns:a16="http://schemas.microsoft.com/office/drawing/2014/main" id="{B14A9BBE-626C-231B-0E99-AF18DA6A84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62626" y="28680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56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9941633-BD6A-953D-E9BE-BD3D079DC7A0}"/>
              </a:ext>
            </a:extLst>
          </p:cNvPr>
          <p:cNvSpPr txBox="1"/>
          <p:nvPr/>
        </p:nvSpPr>
        <p:spPr>
          <a:xfrm>
            <a:off x="285973" y="123728"/>
            <a:ext cx="171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Uzenetek</a:t>
            </a:r>
            <a:r>
              <a:rPr lang="hu-HU" dirty="0"/>
              <a:t> </a:t>
            </a:r>
            <a:r>
              <a:rPr lang="hu-HU" dirty="0" err="1"/>
              <a:t>felulet</a:t>
            </a:r>
            <a:endParaRPr lang="hu-HU" dirty="0"/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A63F96F7-A884-46BE-7AA2-473C896A6C28}"/>
              </a:ext>
            </a:extLst>
          </p:cNvPr>
          <p:cNvSpPr/>
          <p:nvPr/>
        </p:nvSpPr>
        <p:spPr>
          <a:xfrm>
            <a:off x="1440180" y="2395614"/>
            <a:ext cx="9311640" cy="3764279"/>
          </a:xfrm>
          <a:prstGeom prst="roundRect">
            <a:avLst>
              <a:gd name="adj" fmla="val 526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5DF6093-9CBA-7AED-2D42-F91BFDD3F878}"/>
              </a:ext>
            </a:extLst>
          </p:cNvPr>
          <p:cNvSpPr/>
          <p:nvPr/>
        </p:nvSpPr>
        <p:spPr>
          <a:xfrm>
            <a:off x="1737360" y="5361154"/>
            <a:ext cx="8046720" cy="585380"/>
          </a:xfrm>
          <a:prstGeom prst="roundRect">
            <a:avLst>
              <a:gd name="adj" fmla="val 32288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8" name="Ábra 7" descr="Küldés egyszínű kitöltéssel">
            <a:extLst>
              <a:ext uri="{FF2B5EF4-FFF2-40B4-BE49-F238E27FC236}">
                <a16:creationId xmlns:a16="http://schemas.microsoft.com/office/drawing/2014/main" id="{C7681A2A-9CCE-8B7B-6349-33D0A6FBE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7440" y="5425244"/>
            <a:ext cx="457200" cy="457200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83E32172-F42E-4313-39F8-F3B9573E6863}"/>
              </a:ext>
            </a:extLst>
          </p:cNvPr>
          <p:cNvSpPr txBox="1"/>
          <p:nvPr/>
        </p:nvSpPr>
        <p:spPr>
          <a:xfrm>
            <a:off x="2087880" y="5489826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Valami……….</a:t>
            </a: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58729BCE-1629-4527-DBF4-E81EDA7A615D}"/>
              </a:ext>
            </a:extLst>
          </p:cNvPr>
          <p:cNvSpPr/>
          <p:nvPr/>
        </p:nvSpPr>
        <p:spPr>
          <a:xfrm>
            <a:off x="1905000" y="2639454"/>
            <a:ext cx="3261360" cy="3657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955B3BF3-F7A6-5273-8FBF-521CEB284CF1}"/>
              </a:ext>
            </a:extLst>
          </p:cNvPr>
          <p:cNvSpPr/>
          <p:nvPr/>
        </p:nvSpPr>
        <p:spPr>
          <a:xfrm>
            <a:off x="6964680" y="3290277"/>
            <a:ext cx="3261360" cy="3657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B8168E5C-3019-8CAC-0313-B4848C3762EC}"/>
              </a:ext>
            </a:extLst>
          </p:cNvPr>
          <p:cNvSpPr txBox="1"/>
          <p:nvPr/>
        </p:nvSpPr>
        <p:spPr>
          <a:xfrm>
            <a:off x="1963999" y="3005214"/>
            <a:ext cx="798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datum</a:t>
            </a:r>
            <a:endParaRPr lang="hu-HU" dirty="0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CE5DCC66-E9C5-956C-9D02-DEB05B938168}"/>
              </a:ext>
            </a:extLst>
          </p:cNvPr>
          <p:cNvSpPr txBox="1"/>
          <p:nvPr/>
        </p:nvSpPr>
        <p:spPr>
          <a:xfrm>
            <a:off x="9427936" y="3594634"/>
            <a:ext cx="798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datum</a:t>
            </a:r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765568A7-C064-D97F-BF6F-B7C7F77068EF}"/>
              </a:ext>
            </a:extLst>
          </p:cNvPr>
          <p:cNvSpPr txBox="1"/>
          <p:nvPr/>
        </p:nvSpPr>
        <p:spPr>
          <a:xfrm>
            <a:off x="7398204" y="3275962"/>
            <a:ext cx="270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szoveg</a:t>
            </a:r>
            <a:endParaRPr lang="hu-HU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D38CC4FA-70AA-6CF8-8252-3B7F2D8AC0E8}"/>
              </a:ext>
            </a:extLst>
          </p:cNvPr>
          <p:cNvSpPr txBox="1"/>
          <p:nvPr/>
        </p:nvSpPr>
        <p:spPr>
          <a:xfrm>
            <a:off x="2087880" y="2637668"/>
            <a:ext cx="295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szoveg</a:t>
            </a:r>
            <a:endParaRPr lang="hu-HU" dirty="0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FED61021-185E-4594-42D9-4A758ED64373}"/>
              </a:ext>
            </a:extLst>
          </p:cNvPr>
          <p:cNvSpPr/>
          <p:nvPr/>
        </p:nvSpPr>
        <p:spPr>
          <a:xfrm>
            <a:off x="1440180" y="1450734"/>
            <a:ext cx="9311640" cy="817602"/>
          </a:xfrm>
          <a:prstGeom prst="roundRect">
            <a:avLst>
              <a:gd name="adj" fmla="val 1853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A250DFB0-4871-F4ED-BD1A-8984E69E2161}"/>
              </a:ext>
            </a:extLst>
          </p:cNvPr>
          <p:cNvSpPr txBox="1"/>
          <p:nvPr/>
        </p:nvSpPr>
        <p:spPr>
          <a:xfrm>
            <a:off x="1612670" y="1450734"/>
            <a:ext cx="25434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Beszelgeto</a:t>
            </a:r>
            <a:r>
              <a:rPr lang="hu-HU" dirty="0"/>
              <a:t>  </a:t>
            </a:r>
            <a:r>
              <a:rPr lang="hu-HU" dirty="0" err="1"/>
              <a:t>szemely</a:t>
            </a:r>
            <a:r>
              <a:rPr lang="hu-HU" dirty="0"/>
              <a:t> neve</a:t>
            </a:r>
          </a:p>
          <a:p>
            <a:r>
              <a:rPr lang="hu-HU" dirty="0"/>
              <a:t>Kora</a:t>
            </a:r>
          </a:p>
          <a:p>
            <a:r>
              <a:rPr lang="hu-HU" dirty="0"/>
              <a:t>iskola</a:t>
            </a:r>
          </a:p>
        </p:txBody>
      </p:sp>
      <p:pic>
        <p:nvPicPr>
          <p:cNvPr id="19" name="Ábra 18" descr="Vonalas nyíl: egyenes egyszínű kitöltéssel">
            <a:extLst>
              <a:ext uri="{FF2B5EF4-FFF2-40B4-BE49-F238E27FC236}">
                <a16:creationId xmlns:a16="http://schemas.microsoft.com/office/drawing/2014/main" id="{A7BB3AC7-673A-0374-1B11-A3F2C3D5D4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4518" y="788948"/>
            <a:ext cx="613362" cy="61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15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E2C80BAE-1ED8-59D1-FCA1-2AE93A13C271}"/>
              </a:ext>
            </a:extLst>
          </p:cNvPr>
          <p:cNvSpPr txBox="1"/>
          <p:nvPr/>
        </p:nvSpPr>
        <p:spPr>
          <a:xfrm>
            <a:off x="179987" y="103936"/>
            <a:ext cx="1526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Otletek</a:t>
            </a:r>
            <a:r>
              <a:rPr lang="hu-HU" dirty="0"/>
              <a:t> </a:t>
            </a:r>
            <a:r>
              <a:rPr lang="hu-HU" dirty="0" err="1"/>
              <a:t>felulet</a:t>
            </a:r>
            <a:endParaRPr lang="hu-HU" dirty="0"/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4552A7BE-6466-00E2-BCFA-B9EA691E73AA}"/>
              </a:ext>
            </a:extLst>
          </p:cNvPr>
          <p:cNvSpPr/>
          <p:nvPr/>
        </p:nvSpPr>
        <p:spPr>
          <a:xfrm>
            <a:off x="1584960" y="1743196"/>
            <a:ext cx="9311640" cy="1029191"/>
          </a:xfrm>
          <a:prstGeom prst="roundRect">
            <a:avLst>
              <a:gd name="adj" fmla="val 526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134454D0-4AA5-79A5-2842-BD2EA738306C}"/>
              </a:ext>
            </a:extLst>
          </p:cNvPr>
          <p:cNvSpPr/>
          <p:nvPr/>
        </p:nvSpPr>
        <p:spPr>
          <a:xfrm>
            <a:off x="1899831" y="2041736"/>
            <a:ext cx="8173809" cy="585380"/>
          </a:xfrm>
          <a:prstGeom prst="roundRect">
            <a:avLst>
              <a:gd name="adj" fmla="val 32288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5" name="Ábra 4" descr="Küldés egyszínű kitöltéssel">
            <a:extLst>
              <a:ext uri="{FF2B5EF4-FFF2-40B4-BE49-F238E27FC236}">
                <a16:creationId xmlns:a16="http://schemas.microsoft.com/office/drawing/2014/main" id="{033AB208-CD4D-8EAF-06D2-2ECA41091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9779" y="2105826"/>
            <a:ext cx="464421" cy="45720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59A2EB49-C198-A8E6-F7F1-375049718749}"/>
              </a:ext>
            </a:extLst>
          </p:cNvPr>
          <p:cNvSpPr txBox="1"/>
          <p:nvPr/>
        </p:nvSpPr>
        <p:spPr>
          <a:xfrm>
            <a:off x="2356143" y="2170408"/>
            <a:ext cx="136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Valami……….</a:t>
            </a:r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D79DB980-E2E4-0A6C-15C1-5925FBA8A8E0}"/>
              </a:ext>
            </a:extLst>
          </p:cNvPr>
          <p:cNvSpPr/>
          <p:nvPr/>
        </p:nvSpPr>
        <p:spPr>
          <a:xfrm>
            <a:off x="1584960" y="865088"/>
            <a:ext cx="9311640" cy="774482"/>
          </a:xfrm>
          <a:prstGeom prst="roundRect">
            <a:avLst>
              <a:gd name="adj" fmla="val 1853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5C70C498-778E-DF0B-38E5-6A9B72D5F0CA}"/>
              </a:ext>
            </a:extLst>
          </p:cNvPr>
          <p:cNvSpPr txBox="1"/>
          <p:nvPr/>
        </p:nvSpPr>
        <p:spPr>
          <a:xfrm>
            <a:off x="5311140" y="931790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 err="1"/>
              <a:t>Uj</a:t>
            </a:r>
            <a:r>
              <a:rPr lang="hu-HU" sz="3200" dirty="0"/>
              <a:t> </a:t>
            </a:r>
            <a:r>
              <a:rPr lang="hu-HU" sz="3200" dirty="0" err="1"/>
              <a:t>otlet</a:t>
            </a:r>
            <a:endParaRPr lang="hu-HU" sz="3200" dirty="0"/>
          </a:p>
        </p:txBody>
      </p:sp>
      <p:sp>
        <p:nvSpPr>
          <p:cNvPr id="15" name="Összeadás jele 14">
            <a:extLst>
              <a:ext uri="{FF2B5EF4-FFF2-40B4-BE49-F238E27FC236}">
                <a16:creationId xmlns:a16="http://schemas.microsoft.com/office/drawing/2014/main" id="{78EA3C8D-D4A6-D6AA-C4B0-EFF074DB6A63}"/>
              </a:ext>
            </a:extLst>
          </p:cNvPr>
          <p:cNvSpPr/>
          <p:nvPr/>
        </p:nvSpPr>
        <p:spPr>
          <a:xfrm>
            <a:off x="4594860" y="968714"/>
            <a:ext cx="716280" cy="584775"/>
          </a:xfrm>
          <a:prstGeom prst="mathPlus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35530EC6-B218-15D3-16A7-36B213063CE1}"/>
              </a:ext>
            </a:extLst>
          </p:cNvPr>
          <p:cNvSpPr/>
          <p:nvPr/>
        </p:nvSpPr>
        <p:spPr>
          <a:xfrm>
            <a:off x="1524000" y="2989746"/>
            <a:ext cx="9494520" cy="13411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5AB940F4-E317-6938-AEC0-42AA931EB8EB}"/>
              </a:ext>
            </a:extLst>
          </p:cNvPr>
          <p:cNvSpPr txBox="1"/>
          <p:nvPr/>
        </p:nvSpPr>
        <p:spPr>
          <a:xfrm>
            <a:off x="1899831" y="3414677"/>
            <a:ext cx="25404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000" dirty="0"/>
              <a:t>Eddigi </a:t>
            </a:r>
            <a:r>
              <a:rPr lang="hu-HU" sz="4000" dirty="0" err="1"/>
              <a:t>otlet</a:t>
            </a:r>
            <a:endParaRPr lang="hu-HU" sz="4000" dirty="0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449BEA63-F347-0A5C-98F4-E71C77A6DE2C}"/>
              </a:ext>
            </a:extLst>
          </p:cNvPr>
          <p:cNvSpPr txBox="1"/>
          <p:nvPr/>
        </p:nvSpPr>
        <p:spPr>
          <a:xfrm>
            <a:off x="1899831" y="3045345"/>
            <a:ext cx="1426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Kicsoda irata </a:t>
            </a:r>
          </a:p>
        </p:txBody>
      </p:sp>
      <p:pic>
        <p:nvPicPr>
          <p:cNvPr id="20" name="Ábra 19" descr="Tűz egyszínű kitöltéssel">
            <a:extLst>
              <a:ext uri="{FF2B5EF4-FFF2-40B4-BE49-F238E27FC236}">
                <a16:creationId xmlns:a16="http://schemas.microsoft.com/office/drawing/2014/main" id="{791BDCD4-7715-754A-9150-7DF5F6C139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30989" y="3850453"/>
            <a:ext cx="381000" cy="381000"/>
          </a:xfrm>
          <a:prstGeom prst="rect">
            <a:avLst/>
          </a:prstGeom>
        </p:spPr>
      </p:pic>
      <p:sp>
        <p:nvSpPr>
          <p:cNvPr id="21" name="Téglalap: lekerekített 20">
            <a:extLst>
              <a:ext uri="{FF2B5EF4-FFF2-40B4-BE49-F238E27FC236}">
                <a16:creationId xmlns:a16="http://schemas.microsoft.com/office/drawing/2014/main" id="{2F0CDFB1-8D34-12D8-B28E-A27B8A3388AF}"/>
              </a:ext>
            </a:extLst>
          </p:cNvPr>
          <p:cNvSpPr/>
          <p:nvPr/>
        </p:nvSpPr>
        <p:spPr>
          <a:xfrm>
            <a:off x="1524000" y="4442064"/>
            <a:ext cx="9494520" cy="97801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AC936EBE-3452-60F5-0935-97086FB8DC3C}"/>
              </a:ext>
            </a:extLst>
          </p:cNvPr>
          <p:cNvSpPr txBox="1"/>
          <p:nvPr/>
        </p:nvSpPr>
        <p:spPr>
          <a:xfrm>
            <a:off x="1899831" y="4787194"/>
            <a:ext cx="1598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Eddigi </a:t>
            </a:r>
            <a:r>
              <a:rPr lang="hu-HU" sz="2400" dirty="0" err="1"/>
              <a:t>otlet</a:t>
            </a:r>
            <a:endParaRPr lang="hu-HU" sz="2400" dirty="0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B384AD7B-D1CC-7770-63FC-02B7FE149E9E}"/>
              </a:ext>
            </a:extLst>
          </p:cNvPr>
          <p:cNvSpPr txBox="1"/>
          <p:nvPr/>
        </p:nvSpPr>
        <p:spPr>
          <a:xfrm>
            <a:off x="1899831" y="4442064"/>
            <a:ext cx="1426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Kicsoda irata </a:t>
            </a:r>
          </a:p>
        </p:txBody>
      </p:sp>
      <p:pic>
        <p:nvPicPr>
          <p:cNvPr id="24" name="Ábra 23" descr="Tűz egyszínű kitöltéssel">
            <a:extLst>
              <a:ext uri="{FF2B5EF4-FFF2-40B4-BE49-F238E27FC236}">
                <a16:creationId xmlns:a16="http://schemas.microsoft.com/office/drawing/2014/main" id="{7867F53F-DC77-0621-D712-112C69DB4D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30989" y="5092160"/>
            <a:ext cx="381000" cy="277845"/>
          </a:xfrm>
          <a:prstGeom prst="rect">
            <a:avLst/>
          </a:prstGeom>
        </p:spPr>
      </p:pic>
      <p:sp>
        <p:nvSpPr>
          <p:cNvPr id="25" name="Téglalap: lekerekített 24">
            <a:extLst>
              <a:ext uri="{FF2B5EF4-FFF2-40B4-BE49-F238E27FC236}">
                <a16:creationId xmlns:a16="http://schemas.microsoft.com/office/drawing/2014/main" id="{DF7364CD-6456-7055-211D-664A2C11FCCA}"/>
              </a:ext>
            </a:extLst>
          </p:cNvPr>
          <p:cNvSpPr/>
          <p:nvPr/>
        </p:nvSpPr>
        <p:spPr>
          <a:xfrm>
            <a:off x="1524000" y="5531277"/>
            <a:ext cx="9494520" cy="122278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CEDB173C-88D8-C81E-59E0-D3EF53955222}"/>
              </a:ext>
            </a:extLst>
          </p:cNvPr>
          <p:cNvSpPr txBox="1"/>
          <p:nvPr/>
        </p:nvSpPr>
        <p:spPr>
          <a:xfrm>
            <a:off x="1899831" y="5956208"/>
            <a:ext cx="25404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000" dirty="0"/>
              <a:t>Eddigi </a:t>
            </a:r>
            <a:r>
              <a:rPr lang="hu-HU" sz="4000" dirty="0" err="1"/>
              <a:t>otlet</a:t>
            </a:r>
            <a:endParaRPr lang="hu-HU" sz="4000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86CA988A-8312-7227-01D5-155D321D1B23}"/>
              </a:ext>
            </a:extLst>
          </p:cNvPr>
          <p:cNvSpPr txBox="1"/>
          <p:nvPr/>
        </p:nvSpPr>
        <p:spPr>
          <a:xfrm>
            <a:off x="1899831" y="5586876"/>
            <a:ext cx="1426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Kicsoda irata </a:t>
            </a:r>
          </a:p>
        </p:txBody>
      </p:sp>
      <p:pic>
        <p:nvPicPr>
          <p:cNvPr id="28" name="Ábra 27" descr="Tűz egyszínű kitöltéssel">
            <a:extLst>
              <a:ext uri="{FF2B5EF4-FFF2-40B4-BE49-F238E27FC236}">
                <a16:creationId xmlns:a16="http://schemas.microsoft.com/office/drawing/2014/main" id="{3EB28920-0EB0-CA5E-D64A-3505F73C6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30989" y="6391984"/>
            <a:ext cx="381000" cy="347383"/>
          </a:xfrm>
          <a:prstGeom prst="rect">
            <a:avLst/>
          </a:prstGeom>
        </p:spPr>
      </p:pic>
      <p:pic>
        <p:nvPicPr>
          <p:cNvPr id="29" name="Ábra 28" descr="Vonalas nyíl: egyenes egyszínű kitöltéssel">
            <a:extLst>
              <a:ext uri="{FF2B5EF4-FFF2-40B4-BE49-F238E27FC236}">
                <a16:creationId xmlns:a16="http://schemas.microsoft.com/office/drawing/2014/main" id="{262DAE22-E4E2-42CD-1EF5-BDFB9836FA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93150" y="234215"/>
            <a:ext cx="613362" cy="61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89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2D1D29F8-6E1D-739C-FEFC-824C97987CC0}"/>
              </a:ext>
            </a:extLst>
          </p:cNvPr>
          <p:cNvSpPr txBox="1"/>
          <p:nvPr/>
        </p:nvSpPr>
        <p:spPr>
          <a:xfrm>
            <a:off x="194277" y="241874"/>
            <a:ext cx="1329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Profil </a:t>
            </a:r>
            <a:r>
              <a:rPr lang="hu-HU" dirty="0" err="1"/>
              <a:t>felulet</a:t>
            </a:r>
            <a:endParaRPr lang="hu-HU" dirty="0"/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CFBE727B-E3D5-71C5-60BA-9378086ADF2A}"/>
              </a:ext>
            </a:extLst>
          </p:cNvPr>
          <p:cNvSpPr/>
          <p:nvPr/>
        </p:nvSpPr>
        <p:spPr>
          <a:xfrm>
            <a:off x="1584960" y="611206"/>
            <a:ext cx="9159240" cy="6124874"/>
          </a:xfrm>
          <a:prstGeom prst="roundRect">
            <a:avLst>
              <a:gd name="adj" fmla="val 2893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C85CFC9-9E90-9DCB-9E74-82AAF792EE87}"/>
              </a:ext>
            </a:extLst>
          </p:cNvPr>
          <p:cNvSpPr txBox="1"/>
          <p:nvPr/>
        </p:nvSpPr>
        <p:spPr>
          <a:xfrm>
            <a:off x="2419863" y="1012624"/>
            <a:ext cx="1793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Profil adatok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97A2D9F9-49AA-A3BC-C785-333876737E97}"/>
              </a:ext>
            </a:extLst>
          </p:cNvPr>
          <p:cNvSpPr txBox="1"/>
          <p:nvPr/>
        </p:nvSpPr>
        <p:spPr>
          <a:xfrm>
            <a:off x="2419863" y="1448812"/>
            <a:ext cx="39928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Nev</a:t>
            </a:r>
            <a:r>
              <a:rPr lang="hu-HU" dirty="0"/>
              <a:t>: Meleg </a:t>
            </a:r>
            <a:r>
              <a:rPr lang="hu-HU" dirty="0" err="1"/>
              <a:t>Janos</a:t>
            </a:r>
            <a:endParaRPr lang="hu-HU" dirty="0"/>
          </a:p>
          <a:p>
            <a:r>
              <a:rPr lang="hu-HU" dirty="0" err="1"/>
              <a:t>Om</a:t>
            </a:r>
            <a:r>
              <a:rPr lang="hu-HU" dirty="0"/>
              <a:t>: 12324354</a:t>
            </a:r>
          </a:p>
          <a:p>
            <a:r>
              <a:rPr lang="hu-HU" dirty="0"/>
              <a:t>Kor:18</a:t>
            </a:r>
          </a:p>
          <a:p>
            <a:r>
              <a:rPr lang="hu-HU" dirty="0"/>
              <a:t>Neme: </a:t>
            </a:r>
            <a:r>
              <a:rPr lang="hu-HU" dirty="0" err="1"/>
              <a:t>croasont</a:t>
            </a:r>
            <a:endParaRPr lang="hu-HU" dirty="0"/>
          </a:p>
          <a:p>
            <a:r>
              <a:rPr lang="hu-HU" dirty="0"/>
              <a:t>Iskola: Zsoldos egyetem es </a:t>
            </a:r>
            <a:r>
              <a:rPr lang="hu-HU" dirty="0" err="1"/>
              <a:t>udulokozpont</a:t>
            </a:r>
            <a:endParaRPr lang="hu-HU" dirty="0"/>
          </a:p>
          <a:p>
            <a:r>
              <a:rPr lang="hu-HU" dirty="0"/>
              <a:t>Email: </a:t>
            </a:r>
            <a:r>
              <a:rPr lang="hu-HU" dirty="0">
                <a:hlinkClick r:id="rId2"/>
              </a:rPr>
              <a:t>janos.meleg@gmail.com</a:t>
            </a:r>
            <a:endParaRPr lang="hu-HU" dirty="0"/>
          </a:p>
          <a:p>
            <a:r>
              <a:rPr lang="hu-HU" dirty="0" err="1"/>
              <a:t>Jelszo</a:t>
            </a:r>
            <a:r>
              <a:rPr lang="hu-HU" dirty="0"/>
              <a:t>: **************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C1FE384C-C8E4-36AF-E78F-EAD191FEF232}"/>
              </a:ext>
            </a:extLst>
          </p:cNvPr>
          <p:cNvSpPr/>
          <p:nvPr/>
        </p:nvSpPr>
        <p:spPr>
          <a:xfrm>
            <a:off x="9282870" y="1213046"/>
            <a:ext cx="892590" cy="23056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9" name="Ábra 8" descr="Nap egyszínű kitöltéssel">
            <a:extLst>
              <a:ext uri="{FF2B5EF4-FFF2-40B4-BE49-F238E27FC236}">
                <a16:creationId xmlns:a16="http://schemas.microsoft.com/office/drawing/2014/main" id="{1954C519-A9CC-FB69-566A-5EC14F74B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81990" y="1065964"/>
            <a:ext cx="524730" cy="524730"/>
          </a:xfrm>
          <a:prstGeom prst="rect">
            <a:avLst/>
          </a:prstGeom>
        </p:spPr>
      </p:pic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46332195-E075-5854-00C3-774B719B300D}"/>
              </a:ext>
            </a:extLst>
          </p:cNvPr>
          <p:cNvSpPr/>
          <p:nvPr/>
        </p:nvSpPr>
        <p:spPr>
          <a:xfrm>
            <a:off x="2484120" y="3673643"/>
            <a:ext cx="2987040" cy="547837"/>
          </a:xfrm>
          <a:prstGeom prst="roundRect">
            <a:avLst>
              <a:gd name="adj" fmla="val 3057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9A5C17FB-2ED7-7604-E45E-5E54038CD6AD}"/>
              </a:ext>
            </a:extLst>
          </p:cNvPr>
          <p:cNvSpPr txBox="1"/>
          <p:nvPr/>
        </p:nvSpPr>
        <p:spPr>
          <a:xfrm>
            <a:off x="2922783" y="3762895"/>
            <a:ext cx="2057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Adatok </a:t>
            </a:r>
            <a:r>
              <a:rPr lang="hu-HU" dirty="0" err="1"/>
              <a:t>szerkesztese</a:t>
            </a:r>
            <a:endParaRPr lang="hu-HU" dirty="0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7CD8350A-830B-9C67-E095-D532902F7527}"/>
              </a:ext>
            </a:extLst>
          </p:cNvPr>
          <p:cNvSpPr/>
          <p:nvPr/>
        </p:nvSpPr>
        <p:spPr>
          <a:xfrm>
            <a:off x="2606040" y="4770120"/>
            <a:ext cx="2743200" cy="15849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A216740D-3C8F-CC84-E336-B7569D533A9E}"/>
              </a:ext>
            </a:extLst>
          </p:cNvPr>
          <p:cNvSpPr txBox="1"/>
          <p:nvPr/>
        </p:nvSpPr>
        <p:spPr>
          <a:xfrm>
            <a:off x="3103282" y="4925438"/>
            <a:ext cx="16964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Bejegyzesek</a:t>
            </a:r>
            <a:endParaRPr lang="hu-HU" sz="2400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5CE210C0-ABDC-0FB9-A8CE-1185465AEE84}"/>
              </a:ext>
            </a:extLst>
          </p:cNvPr>
          <p:cNvSpPr txBox="1"/>
          <p:nvPr/>
        </p:nvSpPr>
        <p:spPr>
          <a:xfrm>
            <a:off x="3657431" y="5617935"/>
            <a:ext cx="640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32</a:t>
            </a:r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FA0D1814-A23F-4A81-F80A-3C885016F00D}"/>
              </a:ext>
            </a:extLst>
          </p:cNvPr>
          <p:cNvSpPr/>
          <p:nvPr/>
        </p:nvSpPr>
        <p:spPr>
          <a:xfrm>
            <a:off x="7239000" y="4770120"/>
            <a:ext cx="2743200" cy="15849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707254D-A4DE-18B4-6AAC-BE56B46C0E80}"/>
              </a:ext>
            </a:extLst>
          </p:cNvPr>
          <p:cNvSpPr txBox="1"/>
          <p:nvPr/>
        </p:nvSpPr>
        <p:spPr>
          <a:xfrm>
            <a:off x="8106349" y="4925438"/>
            <a:ext cx="1082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likeok</a:t>
            </a:r>
            <a:endParaRPr lang="hu-HU" sz="2400" dirty="0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60F958FB-571A-DF36-CF38-73CDC97E4182}"/>
              </a:ext>
            </a:extLst>
          </p:cNvPr>
          <p:cNvSpPr txBox="1"/>
          <p:nvPr/>
        </p:nvSpPr>
        <p:spPr>
          <a:xfrm>
            <a:off x="8362775" y="559827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32</a:t>
            </a:r>
          </a:p>
        </p:txBody>
      </p:sp>
      <p:pic>
        <p:nvPicPr>
          <p:cNvPr id="20" name="Ábra 19" descr="Vonalas nyíl: egyenes egyszínű kitöltéssel">
            <a:extLst>
              <a:ext uri="{FF2B5EF4-FFF2-40B4-BE49-F238E27FC236}">
                <a16:creationId xmlns:a16="http://schemas.microsoft.com/office/drawing/2014/main" id="{333AFE2F-EB87-B03B-AC68-495693A2AC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76021" y="936424"/>
            <a:ext cx="613362" cy="613362"/>
          </a:xfrm>
          <a:prstGeom prst="rect">
            <a:avLst/>
          </a:prstGeom>
        </p:spPr>
      </p:pic>
      <p:sp>
        <p:nvSpPr>
          <p:cNvPr id="22" name="Téglalap: lekerekített 21">
            <a:extLst>
              <a:ext uri="{FF2B5EF4-FFF2-40B4-BE49-F238E27FC236}">
                <a16:creationId xmlns:a16="http://schemas.microsoft.com/office/drawing/2014/main" id="{874D5DFA-98EB-5731-E881-42F3C06F93B7}"/>
              </a:ext>
            </a:extLst>
          </p:cNvPr>
          <p:cNvSpPr/>
          <p:nvPr/>
        </p:nvSpPr>
        <p:spPr>
          <a:xfrm>
            <a:off x="7117079" y="3673643"/>
            <a:ext cx="2987040" cy="547837"/>
          </a:xfrm>
          <a:prstGeom prst="roundRect">
            <a:avLst>
              <a:gd name="adj" fmla="val 3057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52BD7BA2-D860-782A-B172-4341CDE585C5}"/>
              </a:ext>
            </a:extLst>
          </p:cNvPr>
          <p:cNvSpPr txBox="1"/>
          <p:nvPr/>
        </p:nvSpPr>
        <p:spPr>
          <a:xfrm>
            <a:off x="7950384" y="3720514"/>
            <a:ext cx="1393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Kijelentkezes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54274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125</Words>
  <Application>Microsoft Office PowerPoint</Application>
  <PresentationFormat>Szélesvásznú</PresentationFormat>
  <Paragraphs>63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Office-téma</vt:lpstr>
      <vt:lpstr>Látvány terv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Zsurka Dávid</dc:creator>
  <cp:lastModifiedBy>Zsurka Dávid</cp:lastModifiedBy>
  <cp:revision>3</cp:revision>
  <dcterms:created xsi:type="dcterms:W3CDTF">2025-11-10T09:03:47Z</dcterms:created>
  <dcterms:modified xsi:type="dcterms:W3CDTF">2025-11-24T10:26:28Z</dcterms:modified>
</cp:coreProperties>
</file>